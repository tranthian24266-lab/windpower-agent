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latin typeface="Microsoft YaHei"/>
              </a:defRPr>
            </a:pPr>
            <a:r>
              <a:t>风电小模型库智能诊断平台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latin typeface="Microsoft YaHei"/>
              </a:defRPr>
            </a:pPr>
            <a:r>
              <a:rPr dirty="0" err="1"/>
              <a:t>全流程智能诊断闭环演示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Microsoft YaHei"/>
              </a:defRPr>
            </a:pPr>
            <a:r>
              <a:t>1. 项目背景与目标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latin typeface="Microsoft YaHei"/>
              </a:defRPr>
            </a:pPr>
            <a:r>
              <a:t>风电设备运维需要快速诊断、寿命预测和异常识别</a:t>
            </a:r>
          </a:p>
          <a:p>
            <a:pPr>
              <a:defRPr sz="1800">
                <a:latin typeface="Microsoft YaHei"/>
              </a:defRPr>
            </a:pPr>
            <a:r>
              <a:t>本平台目标：小模型库 + 智能体 + 知识库 + 自动报告</a:t>
            </a:r>
          </a:p>
          <a:p>
            <a:pPr>
              <a:defRPr sz="1800">
                <a:latin typeface="Microsoft YaHei"/>
              </a:defRPr>
            </a:pPr>
            <a:r>
              <a:t>解决问题：让用户不用直接操作模型代码，也能完成智能诊断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Microsoft YaHei"/>
              </a:defRPr>
            </a:pPr>
            <a:r>
              <a:t>2. 平台整体架构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3657600" cy="4114800"/>
          </a:xfrm>
        </p:spPr>
        <p:txBody>
          <a:bodyPr/>
          <a:lstStyle/>
          <a:p>
            <a:endParaRPr dirty="0"/>
          </a:p>
          <a:p>
            <a:pPr>
              <a:defRPr sz="1800">
                <a:latin typeface="Microsoft YaHei"/>
              </a:defRPr>
            </a:pPr>
            <a:r>
              <a:rPr dirty="0" err="1"/>
              <a:t>前端：模型库、诊断、案例、报告、智能体、知识库</a:t>
            </a:r>
            <a:endParaRPr dirty="0"/>
          </a:p>
          <a:p>
            <a:pPr>
              <a:defRPr sz="1800">
                <a:latin typeface="Microsoft YaHei"/>
              </a:defRPr>
            </a:pPr>
            <a:r>
              <a:rPr dirty="0" err="1"/>
              <a:t>后端：FastAPI</a:t>
            </a:r>
            <a:r>
              <a:rPr dirty="0"/>
              <a:t> </a:t>
            </a:r>
            <a:r>
              <a:rPr dirty="0" err="1"/>
              <a:t>接口、模型调用、文件管理、案例、报告</a:t>
            </a:r>
            <a:endParaRPr dirty="0"/>
          </a:p>
          <a:p>
            <a:pPr>
              <a:defRPr sz="1800">
                <a:latin typeface="Microsoft YaHei"/>
              </a:defRPr>
            </a:pPr>
            <a:r>
              <a:rPr dirty="0" err="1"/>
              <a:t>模型侧：故障诊断、剩余寿命预测、异常检测三个小模型</a:t>
            </a:r>
            <a:endParaRPr dirty="0"/>
          </a:p>
          <a:p>
            <a:pPr>
              <a:defRPr sz="1800">
                <a:latin typeface="Microsoft YaHei"/>
              </a:defRPr>
            </a:pPr>
            <a:r>
              <a:rPr dirty="0" err="1"/>
              <a:t>智能体侧：结合诊断结果、知识库和大模型生成解释</a:t>
            </a:r>
            <a:endParaRPr dirty="0"/>
          </a:p>
        </p:txBody>
      </p:sp>
      <p:pic>
        <p:nvPicPr>
          <p:cNvPr id="4" name="Picture 3" descr="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403835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Microsoft YaHei"/>
              </a:defRPr>
            </a:pPr>
            <a:r>
              <a:t>3. 核心功能一：模型库管理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3657600" cy="4114800"/>
          </a:xfrm>
        </p:spPr>
        <p:txBody>
          <a:bodyPr/>
          <a:lstStyle/>
          <a:p>
            <a:endParaRPr/>
          </a:p>
          <a:p>
            <a:pPr>
              <a:defRPr sz="1800">
                <a:latin typeface="Microsoft YaHei"/>
              </a:defRPr>
            </a:pPr>
            <a:r>
              <a:t>展示不同任务类型的小模型</a:t>
            </a:r>
          </a:p>
          <a:p>
            <a:pPr>
              <a:defRPr sz="1800">
                <a:latin typeface="Microsoft YaHei"/>
              </a:defRPr>
            </a:pPr>
            <a:r>
              <a:t>支持模型版本、别名、验证状态和路由信息</a:t>
            </a:r>
          </a:p>
          <a:p>
            <a:pPr>
              <a:defRPr sz="1800">
                <a:latin typeface="Microsoft YaHei"/>
              </a:defRPr>
            </a:pPr>
            <a:r>
              <a:t>作用：统一管理诊断、RUL、异常检测模型</a:t>
            </a:r>
          </a:p>
        </p:txBody>
      </p:sp>
      <p:pic>
        <p:nvPicPr>
          <p:cNvPr id="4" name="Picture 3" descr="2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82880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Microsoft YaHei"/>
              </a:defRPr>
            </a:pPr>
            <a:r>
              <a:t>4. 核心功能二：上传数据并执行诊断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3657600" cy="4114800"/>
          </a:xfrm>
        </p:spPr>
        <p:txBody>
          <a:bodyPr/>
          <a:lstStyle/>
          <a:p>
            <a:endParaRPr/>
          </a:p>
          <a:p>
            <a:pPr>
              <a:defRPr sz="1800">
                <a:latin typeface="Microsoft YaHei"/>
              </a:defRPr>
            </a:pPr>
            <a:r>
              <a:t>用户上传 .csv / .mat / .npy / .npz 文件</a:t>
            </a:r>
          </a:p>
          <a:p>
            <a:pPr>
              <a:defRPr sz="1800">
                <a:latin typeface="Microsoft YaHei"/>
              </a:defRPr>
            </a:pPr>
            <a:r>
              <a:t>选择任务类型</a:t>
            </a:r>
          </a:p>
          <a:p>
            <a:pPr>
              <a:defRPr sz="1800">
                <a:latin typeface="Microsoft YaHei"/>
              </a:defRPr>
            </a:pPr>
            <a:r>
              <a:t>系统自动调用对应小模型</a:t>
            </a:r>
          </a:p>
          <a:p>
            <a:pPr>
              <a:defRPr sz="1800">
                <a:latin typeface="Microsoft YaHei"/>
              </a:defRPr>
            </a:pPr>
            <a:r>
              <a:t>输出预测结果、置信度、风险等级等信息</a:t>
            </a:r>
          </a:p>
        </p:txBody>
      </p:sp>
      <p:pic>
        <p:nvPicPr>
          <p:cNvPr id="4" name="Picture 3" descr="3_diagno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82880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Microsoft YaHei"/>
              </a:defRPr>
            </a:pPr>
            <a:r>
              <a:t>5. 核心功能三：案例管理与结果查看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3657600" cy="4114800"/>
          </a:xfrm>
        </p:spPr>
        <p:txBody>
          <a:bodyPr/>
          <a:lstStyle/>
          <a:p>
            <a:endParaRPr/>
          </a:p>
          <a:p>
            <a:pPr>
              <a:defRPr sz="1800">
                <a:latin typeface="Microsoft YaHei"/>
              </a:defRPr>
            </a:pPr>
            <a:r>
              <a:t>每次诊断自动生成案例</a:t>
            </a:r>
          </a:p>
          <a:p>
            <a:pPr>
              <a:defRPr sz="1800">
                <a:latin typeface="Microsoft YaHei"/>
              </a:defRPr>
            </a:pPr>
            <a:r>
              <a:t>支持查看历史案例</a:t>
            </a:r>
          </a:p>
          <a:p>
            <a:pPr>
              <a:defRPr sz="1800">
                <a:latin typeface="Microsoft YaHei"/>
              </a:defRPr>
            </a:pPr>
            <a:r>
              <a:t>支持按任务类型、风险等级筛选</a:t>
            </a:r>
          </a:p>
          <a:p>
            <a:pPr>
              <a:defRPr sz="1800">
                <a:latin typeface="Microsoft YaHei"/>
              </a:defRPr>
            </a:pPr>
            <a:r>
              <a:t>案例详情中展示模型结果和分析信息</a:t>
            </a:r>
          </a:p>
        </p:txBody>
      </p:sp>
      <p:pic>
        <p:nvPicPr>
          <p:cNvPr id="4" name="Picture 3" descr="4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82880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Microsoft YaHei"/>
              </a:defRPr>
            </a:pPr>
            <a:r>
              <a:t>6. 核心功能四：报告生成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3657600" cy="4114800"/>
          </a:xfrm>
        </p:spPr>
        <p:txBody>
          <a:bodyPr/>
          <a:lstStyle/>
          <a:p>
            <a:endParaRPr/>
          </a:p>
          <a:p>
            <a:pPr>
              <a:defRPr sz="1800">
                <a:latin typeface="Microsoft YaHei"/>
              </a:defRPr>
            </a:pPr>
            <a:r>
              <a:t>根据诊断结果生成分析报告</a:t>
            </a:r>
          </a:p>
          <a:p>
            <a:pPr>
              <a:defRPr sz="1800">
                <a:latin typeface="Microsoft YaHei"/>
              </a:defRPr>
            </a:pPr>
            <a:r>
              <a:t>支持基础报告和增强报告</a:t>
            </a:r>
          </a:p>
          <a:p>
            <a:pPr>
              <a:defRPr sz="1800">
                <a:latin typeface="Microsoft YaHei"/>
              </a:defRPr>
            </a:pPr>
            <a:r>
              <a:t>增强报告结合知识库、相似案例和大模型解释</a:t>
            </a:r>
          </a:p>
          <a:p>
            <a:pPr>
              <a:defRPr sz="1800">
                <a:latin typeface="Microsoft YaHei"/>
              </a:defRPr>
            </a:pPr>
            <a:r>
              <a:t>可用于辅助运维决策</a:t>
            </a:r>
          </a:p>
        </p:txBody>
      </p:sp>
      <p:pic>
        <p:nvPicPr>
          <p:cNvPr id="4" name="Picture 3" descr="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82880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Microsoft YaHei"/>
              </a:defRPr>
            </a:pPr>
            <a:r>
              <a:t>7. 核心功能五：智能体问答与知识库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3657600" cy="4114800"/>
          </a:xfrm>
        </p:spPr>
        <p:txBody>
          <a:bodyPr/>
          <a:lstStyle/>
          <a:p>
            <a:endParaRPr/>
          </a:p>
          <a:p>
            <a:pPr>
              <a:defRPr sz="1800">
                <a:latin typeface="Microsoft YaHei"/>
              </a:defRPr>
            </a:pPr>
            <a:r>
              <a:t>用户可以围绕诊断案例继续提问</a:t>
            </a:r>
          </a:p>
          <a:p>
            <a:pPr>
              <a:defRPr sz="1800">
                <a:latin typeface="Microsoft YaHei"/>
              </a:defRPr>
            </a:pPr>
            <a:r>
              <a:t>智能体结合案例结果、模型信息、知识库内容回答</a:t>
            </a:r>
          </a:p>
          <a:p>
            <a:pPr>
              <a:defRPr sz="1800">
                <a:latin typeface="Microsoft YaHei"/>
              </a:defRPr>
            </a:pPr>
            <a:r>
              <a:t>知识库支持领域知识、模型说明、数据集说明检索</a:t>
            </a:r>
          </a:p>
          <a:p>
            <a:pPr>
              <a:defRPr sz="1800">
                <a:latin typeface="Microsoft YaHei"/>
              </a:defRPr>
            </a:pPr>
            <a:r>
              <a:t>把“模型输出”转化为“可理解的运维建议”</a:t>
            </a:r>
          </a:p>
        </p:txBody>
      </p:sp>
      <p:pic>
        <p:nvPicPr>
          <p:cNvPr id="4" name="Picture 3" descr="6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82880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Microsoft YaHei"/>
              </a:defRPr>
            </a:pPr>
            <a:r>
              <a:t>8. 平台亮点与创新点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3657600" cy="4114800"/>
          </a:xfrm>
        </p:spPr>
        <p:txBody>
          <a:bodyPr/>
          <a:lstStyle/>
          <a:p>
            <a:endParaRPr/>
          </a:p>
          <a:p>
            <a:pPr>
              <a:defRPr sz="1800">
                <a:latin typeface="Microsoft YaHei"/>
              </a:defRPr>
            </a:pPr>
            <a:r>
              <a:t>三类风电小模型统一接入</a:t>
            </a:r>
          </a:p>
          <a:p>
            <a:pPr>
              <a:defRPr sz="1800">
                <a:latin typeface="Microsoft YaHei"/>
              </a:defRPr>
            </a:pPr>
            <a:r>
              <a:t>前后端形成完整闭环</a:t>
            </a:r>
          </a:p>
          <a:p>
            <a:pPr>
              <a:defRPr sz="1800">
                <a:latin typeface="Microsoft YaHei"/>
              </a:defRPr>
            </a:pPr>
            <a:r>
              <a:t>诊断结果、知识库和大模型结合</a:t>
            </a:r>
          </a:p>
          <a:p>
            <a:pPr>
              <a:defRPr sz="1800">
                <a:latin typeface="Microsoft YaHei"/>
              </a:defRPr>
            </a:pPr>
            <a:r>
              <a:t>不只是模型预测，而是形成“诊断—解释—报告—问答”闭环</a:t>
            </a:r>
          </a:p>
          <a:p>
            <a:pPr>
              <a:defRPr sz="1800">
                <a:latin typeface="Microsoft YaHei"/>
              </a:defRPr>
            </a:pPr>
            <a:r>
              <a:t>具备扩展新模型、新知识、新设备档案的能力</a:t>
            </a:r>
          </a:p>
        </p:txBody>
      </p:sp>
      <p:pic>
        <p:nvPicPr>
          <p:cNvPr id="4" name="Picture 3" descr="7_knowl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82880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Microsoft YaHei"/>
              </a:defRPr>
            </a:pPr>
            <a:r>
              <a:t>9. 当前完成度与后续计划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latin typeface="Microsoft YaHei"/>
              </a:defRPr>
            </a:pPr>
            <a:r>
              <a:t>已完成：全流程功能打通、智能体问答、知识库、前端页面</a:t>
            </a:r>
          </a:p>
          <a:p>
            <a:pPr>
              <a:defRPr sz="1800">
                <a:latin typeface="Microsoft YaHei"/>
              </a:defRPr>
            </a:pPr>
            <a:r>
              <a:t>收尾优化：一键演示样例、界面细节、部署说明</a:t>
            </a:r>
          </a:p>
          <a:p>
            <a:pPr>
              <a:defRPr sz="1800">
                <a:latin typeface="Microsoft YaHei"/>
              </a:defRPr>
            </a:pPr>
            <a:r>
              <a:t>后续扩展：批量诊断、设备档案、健康趋势看板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Microsoft YaHei"/>
              </a:defRPr>
            </a:pPr>
            <a:r>
              <a:t>10. 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>
                <a:latin typeface="Microsoft YaHei"/>
              </a:defRPr>
            </a:pPr>
            <a:r>
              <a:t>本平台已经形成较完整的风电智能诊断闭环</a:t>
            </a:r>
          </a:p>
          <a:p>
            <a:pPr>
              <a:defRPr sz="1800">
                <a:latin typeface="Microsoft YaHei"/>
              </a:defRPr>
            </a:pPr>
            <a:r>
              <a:t>可以支撑故障诊断、寿命预测、异常检测三类任务</a:t>
            </a:r>
          </a:p>
          <a:p>
            <a:pPr>
              <a:defRPr sz="1800">
                <a:latin typeface="Microsoft YaHei"/>
              </a:defRPr>
            </a:pPr>
            <a:r>
              <a:t>智能体和知识库极大增强了结果解释能力</a:t>
            </a:r>
          </a:p>
          <a:p>
            <a:pPr>
              <a:defRPr sz="1800">
                <a:latin typeface="Microsoft YaHei"/>
              </a:defRPr>
            </a:pPr>
            <a:r>
              <a:t>后续可继续向工程化运维平台扩展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214</Words>
  <Application>Microsoft Office PowerPoint</Application>
  <PresentationFormat>全屏显示(4:3)</PresentationFormat>
  <Paragraphs>60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风电小模型库智能诊断平台</vt:lpstr>
      <vt:lpstr>1. 项目背景与目标</vt:lpstr>
      <vt:lpstr>2. 平台整体架构</vt:lpstr>
      <vt:lpstr>3. 核心功能一：模型库管理</vt:lpstr>
      <vt:lpstr>4. 核心功能二：上传数据并执行诊断</vt:lpstr>
      <vt:lpstr>5. 核心功能三：案例管理与结果查看</vt:lpstr>
      <vt:lpstr>6. 核心功能四：报告生成</vt:lpstr>
      <vt:lpstr>7. 核心功能五：智能体问答与知识库</vt:lpstr>
      <vt:lpstr>8. 平台亮点与创新点</vt:lpstr>
      <vt:lpstr>9. 当前完成度与后续计划</vt:lpstr>
      <vt:lpstr>10. 总结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2606193286@qq.com</cp:lastModifiedBy>
  <cp:revision>2</cp:revision>
  <dcterms:created xsi:type="dcterms:W3CDTF">2013-01-27T09:14:16Z</dcterms:created>
  <dcterms:modified xsi:type="dcterms:W3CDTF">2026-06-07T09:51:16Z</dcterms:modified>
  <cp:category/>
</cp:coreProperties>
</file>